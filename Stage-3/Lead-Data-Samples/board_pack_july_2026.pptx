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5867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NexaNet Communications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Board pack, July 2026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Reg. 915501328 · NEXA House, Victoria Island, Lagos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GB" sz="1200" b="1" i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ARTEFACT - Operation </a:t>
            </a:r>
            <a:r>
              <a:rPr lang="en-GB" sz="1200" b="1" i="1" dirty="0" err="1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GreyHarbour</a:t>
            </a:r>
            <a:r>
              <a:rPr lang="en-GB" sz="1200" b="1" i="1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synthetic content, no real infrastructure or credentials represented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463040"/>
            <a:ext cx="365760" cy="365760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4630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Summary of Q2 Actuals and H2 Outlook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148840"/>
            <a:ext cx="365760" cy="365760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822960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21488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Expansion Programme Status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2834640"/>
            <a:ext cx="365760" cy="365760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822960" y="2834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28346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&amp; Commercial Risk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" y="3520440"/>
            <a:ext cx="365760" cy="365760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822960" y="3520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35204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Organisational &amp; HR Update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2960" y="4206240"/>
            <a:ext cx="365760" cy="365760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822960" y="4206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42062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Register Highlights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22960" y="4892040"/>
            <a:ext cx="365760" cy="365760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822960" y="4892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48920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</a:t>
            </a:r>
            <a:r>
              <a:rPr lang="en-US" sz="900" i="1" dirty="0" err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NexaNet</a:t>
            </a: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Communications Board Pack July 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445752" y="6492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Summary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642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£41.2m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 2026 Revenue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514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+6.4% YoY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37560" y="128016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3337560" y="14630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31.8%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337560" y="2148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 Margin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37560" y="2514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30.1% H1 2025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28016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126480" y="14630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£8.9m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126480" y="2148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 2026 Capex Forecast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2514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capex_forecast_2026.xlsx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915400" y="128016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8915400" y="14630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1.9x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915400" y="2148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Debt / EBITDA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915400" y="2514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covenant (≤2.5x)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3383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Commentary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8640" y="374904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segment growth offset by continued pressure on consumer ARPU.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 capex weighted toward network core upgrade and 5G Phase 2 sites; see Network tab of capex_forecast_2026.xlsx.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approval requested for Westgate Financial Services renewal pricing (Enterprise Tier, at-risk see Item 3).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</a:t>
            </a:r>
            <a:r>
              <a:rPr lang="en-US" sz="900" i="1" dirty="0" err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NexaNet</a:t>
            </a: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Communications Board Pack  July 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445752" y="6492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Expansion Programme Status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642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237744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Programme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H2 Milestone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Lagos–Abuja backbone fibre extension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 Track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Route survey complete; civils begin Sept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routing frame upgrade (Victoria Island)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Commissioned 16 July following fault remediation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5G RAN Phase 2 (12 sites)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 Risk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Vendor RFP delayed; board sign-off required Aug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Tower civil works  batch 14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 Track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of 8 sites complete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548640" y="3931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full line-item detail and PO references are maintained in capex_forecast_2026.xlsx (Network tab).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 </a:t>
            </a:r>
            <a:r>
              <a:rPr lang="en-US" sz="900" i="1" dirty="0" err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NexaNet</a:t>
            </a: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Communications Board Pack  July 2026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9445752" y="6492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&amp; Commercial Risk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642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265176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Account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Contract Value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Westgate Financial Services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£356,000 / yr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  Rising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Renewal talks stalled; exec engagement requested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Northbank Insurance Group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£267,000 / yr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  Rising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CFO requested exec call following repeat outage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Titan Construction Group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£275,000 / yr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D9770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  Rising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Site connectivity outages under investigation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Harborline Freight Ltd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£184,000 / yr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D9770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  Rising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Evaluating competitor quote; SLA review scheduled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206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watchlist (20 accounts) maintained by Sales in churn_risk_watchlist.xlsx.</a:t>
            </a:r>
            <a:endParaRPr lang="en-US" sz="1100" dirty="0"/>
          </a:p>
        </p:txBody>
      </p:sp>
      <p:sp>
        <p:nvSpPr>
          <p:cNvPr id="4" name="Text 3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 </a:t>
            </a:r>
            <a:r>
              <a:rPr lang="en-US" sz="900" i="1" dirty="0" err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NexaNet</a:t>
            </a: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Communications Board Pack  July 2026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9445752" y="6492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Organisational &amp; HR Update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642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474720" cy="1554480"/>
          </a:xfrm>
          <a:prstGeom prst="roundRect">
            <a:avLst>
              <a:gd name="adj" fmla="val 4706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612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Headcount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 vs Q1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97680" y="1280160"/>
            <a:ext cx="3474720" cy="1554480"/>
          </a:xfrm>
          <a:prstGeom prst="roundRect">
            <a:avLst>
              <a:gd name="adj" fmla="val 4706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297680" y="141732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297680" y="2057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Roles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0" y="2377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Engineering, 6 Customer Care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46720" y="1280160"/>
            <a:ext cx="3474720" cy="1554480"/>
          </a:xfrm>
          <a:prstGeom prst="roundRect">
            <a:avLst>
              <a:gd name="adj" fmla="val 4706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8046720" y="141732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046720" y="2057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Voluntary Attrition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46720" y="2377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trailing 12 months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20040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Recruitment pipeline strongest in NOC/Engineering; see recruitment_pipeline_q3.xlsx.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work policy v3 approved for rollout from September; see remote_work_policy_v3.docx.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 pool allocation for FY2026 to be tabled at September Remco.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 </a:t>
            </a:r>
            <a:r>
              <a:rPr lang="en-US" sz="900" i="1" dirty="0" err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NexaNet</a:t>
            </a: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Communications Board Pack  July 2026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445752" y="6492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Register Highlights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642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2926080"/>
        </p:xfrm>
        <a:graphic>
          <a:graphicData uri="http://schemas.openxmlformats.org/drawingml/2006/table">
            <a:tbl>
              <a:tblPr/>
              <a:tblGrid>
                <a:gridCol w="5303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Mitigation / Owner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Elevated phishing / social engineering attempts reported by staff, notably Finance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D9770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Amber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Security awareness refresh planned Q3; SIEM/EDR upgrade deferred to Q4 (see IT &amp; Systems tab)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Single-vendor dependency  core routing hardware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D9770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Amber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Second-source evaluation underway  Engineering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Regulatory  data protection filing backlog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D9770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Amber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DPIA remediation programme in flight  Legal &amp; Compliance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Enterprise customer concentration (top 5 = 18% of revenue)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Monitored quarterly  Sales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 </a:t>
            </a:r>
            <a:r>
              <a:rPr lang="en-US" sz="900" i="1" dirty="0" err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NexaNet</a:t>
            </a: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Communications Board Pack  July 2026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9445752" y="6492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sign-off on 5G RAN Phase 2 vendor selection  due 14 August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engagement with Westgate Financial Services and Northbank Insurance Group  scheduled first week of August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awareness refresh kick-off  Q3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Board Pack: September 2026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217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 </a:t>
            </a:r>
            <a:r>
              <a:rPr lang="en-US" sz="1000" i="1" dirty="0" err="1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NexaNet</a:t>
            </a:r>
            <a:r>
              <a:rPr lang="en-US" sz="10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Communications Board Pack  July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605</Words>
  <Application>Microsoft Office PowerPoint</Application>
  <PresentationFormat>Widescreen</PresentationFormat>
  <Paragraphs>128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David</cp:lastModifiedBy>
  <cp:revision>3</cp:revision>
  <dcterms:created xsi:type="dcterms:W3CDTF">2026-08-21T22:07:21Z</dcterms:created>
  <dcterms:modified xsi:type="dcterms:W3CDTF">2026-08-24T19:02:04Z</dcterms:modified>
</cp:coreProperties>
</file>